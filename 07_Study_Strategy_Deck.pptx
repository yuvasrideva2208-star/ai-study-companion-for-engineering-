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problem: students re-read notes and trust AI blindly. Our system fixes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recall and spacing beat highlighting.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 days, about 2.5 hours per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prompt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one real error you found from your own error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your real before/after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Companion for Engineering Exams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Operating Systems  |  Audience: 2nd/3rd-year CSE students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hard subject, passive re-reading, AI answers that may be wrong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8F8A"/>
          </a:solidFill>
          <a:ln w="12700">
            <a:solidFill>
              <a:srgbClr val="1A8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method that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recall: test yourself, don't re-read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repetition: review at day +1, +3, +7, +14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mixed tests (interleaving)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Dunlosky et al. 2013; Roediger &amp; Karpicke 2006 (verify in Consensus/Elicit)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8F8A"/>
          </a:solidFill>
          <a:ln w="12700">
            <a:solidFill>
              <a:srgbClr val="1A8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revision plan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Processes, scheduling, synchronisation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Deadlocks, memory management, page replacement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Thrashing, disk and file systems, I/O, security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Weak-topic repair, 2 timed past papers, light last day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test every week; daily reminders by calendar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8F8A"/>
          </a:solidFill>
          <a:ln w="12700">
            <a:solidFill>
              <a:srgbClr val="1A8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Perplexity, Consensus, Elicit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Source-grounded Q&amp;A: NotebookLM on syllabus and notes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Drafting: Claude / ChatGPT for notes, 40 flashcards, 20 questions, 15-question quiz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Automation: calendar file / Make reminder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AI drafts, the textbook decides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8F8A"/>
          </a:solidFill>
          <a:ln w="12700">
            <a:solidFill>
              <a:srgbClr val="1A8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catching AI errors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every numerical by hand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card against the textbook; log page numbers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Second-AI review, then confirm in the textbook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fake citations, concept mix-ups, outdated info, unsafe advice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trap: LRU does not suffer Belady's anomaly; FIFO does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8F8A"/>
          </a:solidFill>
          <a:ln w="12700">
            <a:solidFill>
              <a:srgbClr val="1A8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responsible use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quiz score: ___ / 15 → ___ / 15 (add your results)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 exams; no cheating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words; respect textbook copyright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technical answer; protect sleep and privacy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Study Companion for Engineering Exams</dc:title>
  <dc:subject>PptxGenJS Presentation</dc:subject>
  <dc:creator>PptxGenJS</dc:creator>
  <cp:lastModifiedBy>PptxGenJS</cp:lastModifiedBy>
  <cp:revision>1</cp:revision>
  <dcterms:created xsi:type="dcterms:W3CDTF">2026-10-27T08:00:58Z</dcterms:created>
  <dcterms:modified xsi:type="dcterms:W3CDTF">2026-10-27T08:00:58Z</dcterms:modified>
</cp:coreProperties>
</file>